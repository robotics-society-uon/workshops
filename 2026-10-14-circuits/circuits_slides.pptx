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107bd88a5b45b2" /><Relationship Type="http://schemas.openxmlformats.org/officeDocument/2006/relationships/extended-properties" Target="/docProps/app.xml" Id="R833745d2b1e0493d" /><Relationship Type="http://schemas.openxmlformats.org/officeDocument/2006/relationships/officeDocument" Target="/ppt/presentation.xml" Id="Rc3d293bc070d40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9565bcd7e41a0"/>
  </p:sldMasterIdLst>
  <p:notesMasterIdLst>
    <p:notesMasterId xmlns:r="http://schemas.openxmlformats.org/officeDocument/2006/relationships" r:id="Rc38cedcd84764339"/>
  </p:notesMasterIdLst>
  <p:sldIdLst>
    <p:sldId xmlns:r="http://schemas.openxmlformats.org/officeDocument/2006/relationships" id="256" r:id="R30b77451d29b497c"/>
    <p:sldId xmlns:r="http://schemas.openxmlformats.org/officeDocument/2006/relationships" id="257" r:id="R0317031e13cc4252"/>
    <p:sldId xmlns:r="http://schemas.openxmlformats.org/officeDocument/2006/relationships" id="258" r:id="R049e819c0d3b4557"/>
    <p:sldId xmlns:r="http://schemas.openxmlformats.org/officeDocument/2006/relationships" id="259" r:id="R37200668e3e0451f"/>
    <p:sldId xmlns:r="http://schemas.openxmlformats.org/officeDocument/2006/relationships" id="260" r:id="R1dfa3af0f6c441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b99251f7aa46f8" /><Relationship Type="http://schemas.openxmlformats.org/officeDocument/2006/relationships/slideMaster" Target="/ppt/slideMasters/slideMaster1.xml" Id="R5fc9565bcd7e41a0" /><Relationship Type="http://schemas.openxmlformats.org/officeDocument/2006/relationships/notesMaster" Target="/ppt/notesMasters/notesMaster1.xml" Id="Rc38cedcd84764339" /><Relationship Type="http://schemas.openxmlformats.org/officeDocument/2006/relationships/presProps" Target="/ppt/presProps.xml" Id="R61b193b4063f4eb3" /><Relationship Type="http://schemas.openxmlformats.org/officeDocument/2006/relationships/tableStyles" Target="/ppt/tableStyles.xml" Id="R2a04364381ac45a7" /><Relationship Type="http://schemas.openxmlformats.org/officeDocument/2006/relationships/slide" Target="/ppt/slides/slide1.xml" Id="R30b77451d29b497c" /><Relationship Type="http://schemas.openxmlformats.org/officeDocument/2006/relationships/slide" Target="/ppt/slides/slide2.xml" Id="R0317031e13cc4252" /><Relationship Type="http://schemas.openxmlformats.org/officeDocument/2006/relationships/slide" Target="/ppt/slides/slide3.xml" Id="R049e819c0d3b4557" /><Relationship Type="http://schemas.openxmlformats.org/officeDocument/2006/relationships/slide" Target="/ppt/slides/slide4.xml" Id="R37200668e3e0451f" /><Relationship Type="http://schemas.openxmlformats.org/officeDocument/2006/relationships/slide" Target="/ppt/slides/slide5.xml" Id="R1dfa3af0f6c441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b84246883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9ff0afa984c08" /><Relationship Type="http://schemas.openxmlformats.org/officeDocument/2006/relationships/notesMaster" Target="/ppt/notesMasters/notesMaster1.xml" Id="R0060f8fd58de44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c0c71127c4554" /><Relationship Type="http://schemas.openxmlformats.org/officeDocument/2006/relationships/notesMaster" Target="/ppt/notesMasters/notesMaster1.xml" Id="Rd0f7829855a042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099db59e5c4b2d" /><Relationship Type="http://schemas.openxmlformats.org/officeDocument/2006/relationships/notesMaster" Target="/ppt/notesMasters/notesMaster1.xml" Id="R1029cae6d9554b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78243cf4af4514" /><Relationship Type="http://schemas.openxmlformats.org/officeDocument/2006/relationships/notesMaster" Target="/ppt/notesMasters/notesMaster1.xml" Id="Rc80b3a8b090b49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13c62151084447" /><Relationship Type="http://schemas.openxmlformats.org/officeDocument/2006/relationships/notesMaster" Target="/ppt/notesMasters/notesMaster1.xml" Id="R68d05a69ac3044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rails run along the edges. Stock photograph: SparkFun Breadboard Full-Size (Bare), https://www.sparkfun.com/breadboard-full-size-bare.html. Image: https://www.sparkfun.com/media/catalog/product/1/2/12615-01.jpg. Power rails on this stock board are split halfway along each edge. Background facts: https://learn.sparkfun.com/tutorials/how-to-use-a-breadboard/all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 photograph of a 330 ohm resistor: https://www.sparkfun.com/resistor-330-ohm-1-6th-watt-pth.html. Image: https://www.sparkfun.com/media/catalog/product/0/8/08377-02-L.jpg. The 330 Ω label refers to the stock image. The original physical resistor photo is retained below. Photo crop from user-provided 6511da4d-988a-425b-80e9-baec1281ec09.jpeg. Facts: https://learn.sparkfun.com/tutorials/activity-guide-for-sparkfun-tinker-kit/all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LED polarity applies to the LED, not the push button. For a four-leg tactile button, two pairs of pins are already connected internally. Pressing joins the pairs. Component crops: user-provided pushbutton1.png. Facts: https://learn.sparkfun.com/tutorials/how-to-use-a-breadboard/all and https://learn.sparkfun.com/tutorials/experiment-guide-for-the-sparkfun-tinker-kit/all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Images: user-provided basicled.png and 1e0b2a93-538f-49cb-8971-525cd170d08f.jpeg. The examples use different board layouts and LED colours. Follow the electrical connections, rather than matching row numbers.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Images: user-provided pushbutton1.png and still at 4.5 seconds from WhatsApp Video 2026-10-14 at 10.47.02 AM.mp4. The photo demonstrates the button pressed and LED on. Physical wiring layout differs from Tinkercad.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3f17a743c45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987b4b25742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ca8b7e62c43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10c4f1b3d4e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56d89ba21e43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2b9c90118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463B34-1514-4DBD-BF4F-82559443A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EF9789-DF5D-4A61-8E9D-D2373DEAB3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8417D93-EBF5-404F-A891-45432F0005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A75BBF-5D25-41B3-946A-308C2A064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5BEB7F-3530-4D0D-90B5-F71F4F4515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C0AF81-ACBE-4629-8C48-BFCC0576E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3F97DF-9086-41AA-98A2-47961E950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15FF5E-BF28-460D-8EE1-2EEF5942B5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DA9147-1384-47BF-B19C-05EE634B8C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B9BF67-B58D-437E-B28D-7E6FF73C41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d3d040c8c420c" /><Relationship Type="http://schemas.openxmlformats.org/officeDocument/2006/relationships/slideLayout" Target="/ppt/slideLayouts/slideLayout1.xml" Id="R648738f38685474a" /><Relationship Type="http://schemas.openxmlformats.org/officeDocument/2006/relationships/slideLayout" Target="/ppt/slideLayouts/slideLayout2.xml" Id="R46babeffa44f4e01" /><Relationship Type="http://schemas.openxmlformats.org/officeDocument/2006/relationships/slideLayout" Target="/ppt/slideLayouts/slideLayout3.xml" Id="R36fafddf8ffb4d08" /><Relationship Type="http://schemas.openxmlformats.org/officeDocument/2006/relationships/slideLayout" Target="/ppt/slideLayouts/slideLayout4.xml" Id="Rb431bb8ef0ec43c7" /><Relationship Type="http://schemas.openxmlformats.org/officeDocument/2006/relationships/slideLayout" Target="/ppt/slideLayouts/slideLayout5.xml" Id="Ra658ad38731241ce" /><Relationship Type="http://schemas.openxmlformats.org/officeDocument/2006/relationships/slideLayout" Target="/ppt/slideLayouts/slideLayout6.xml" Id="R7755bf10be654b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738f38685474a"/>
    <p:sldLayoutId xmlns:r="http://schemas.openxmlformats.org/officeDocument/2006/relationships" id="2147483650" r:id="R46babeffa44f4e01"/>
    <p:sldLayoutId xmlns:r="http://schemas.openxmlformats.org/officeDocument/2006/relationships" id="2147483651" r:id="R36fafddf8ffb4d08"/>
    <p:sldLayoutId xmlns:r="http://schemas.openxmlformats.org/officeDocument/2006/relationships" id="2147483652" r:id="Rb431bb8ef0ec43c7"/>
    <p:sldLayoutId xmlns:r="http://schemas.openxmlformats.org/officeDocument/2006/relationships" id="2147483653" r:id="Ra658ad38731241ce"/>
    <p:sldLayoutId xmlns:r="http://schemas.openxmlformats.org/officeDocument/2006/relationships" id="2147483654" r:id="R7755bf10be654b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f5b84c508b4f90" /><Relationship Type="http://schemas.openxmlformats.org/officeDocument/2006/relationships/image" Target="/ppt/media/image.jpeg" Id="R29c2f2aab8174dc6" /><Relationship Type="http://schemas.openxmlformats.org/officeDocument/2006/relationships/notesSlide" Target="/ppt/notesSlides/notesSlide1.xml" Id="Rbd79d9293170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4276fda224538" /><Relationship Type="http://schemas.openxmlformats.org/officeDocument/2006/relationships/image" Target="/ppt/media/image2.jpeg" Id="Rea731974474d45b3" /><Relationship Type="http://schemas.openxmlformats.org/officeDocument/2006/relationships/image" Target="/ppt/media/image.png" Id="R6f0d5f22051049fd" /><Relationship Type="http://schemas.openxmlformats.org/officeDocument/2006/relationships/notesSlide" Target="/ppt/notesSlides/notesSlide2.xml" Id="Rabe8e0c98052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851e9adb34239" /><Relationship Type="http://schemas.openxmlformats.org/officeDocument/2006/relationships/image" Target="/ppt/media/image2.png" Id="Rd3f76fc55af04f16" /><Relationship Type="http://schemas.openxmlformats.org/officeDocument/2006/relationships/image" Target="/ppt/media/image3.png" Id="Rb95536a6ea6e4708" /><Relationship Type="http://schemas.openxmlformats.org/officeDocument/2006/relationships/notesSlide" Target="/ppt/notesSlides/notesSlide3.xml" Id="Raecda5cc38df4a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4e34632c54de3" /><Relationship Type="http://schemas.openxmlformats.org/officeDocument/2006/relationships/image" Target="/ppt/media/image4.png" Id="Re5a37636121f4bb4" /><Relationship Type="http://schemas.openxmlformats.org/officeDocument/2006/relationships/image" Target="/ppt/media/image3.jpeg" Id="R2dbe985937af4f74" /><Relationship Type="http://schemas.openxmlformats.org/officeDocument/2006/relationships/notesSlide" Target="/ppt/notesSlides/notesSlide4.xml" Id="Ra7aa4b00a9b4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6c60b3aa94de3" /><Relationship Type="http://schemas.openxmlformats.org/officeDocument/2006/relationships/image" Target="/ppt/media/image5.png" Id="R7f6c29ddef5b4fde" /><Relationship Type="http://schemas.openxmlformats.org/officeDocument/2006/relationships/image" Target="/ppt/media/image4.jpeg" Id="R114c283347e7421b" /><Relationship Type="http://schemas.openxmlformats.org/officeDocument/2006/relationships/notesSlide" Target="/ppt/notesSlides/notesSlide5.xml" Id="R840bc32507c646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6C85-07D0-442C-B673-5CE0BB3A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Breadboard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21CCE-43AF-40B1-8917-EF45868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81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5DAB5-0566-40DD-AEC7-F76D8256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Build circuits without soldering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Each row of 5 holes is connected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The centre gap separates the sides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950DD-44DB-420F-AFD8-A70832A94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2f2aab8174dc6"/>
          <a:stretch xmlns:a="http://schemas.openxmlformats.org/drawingml/2006/main"/>
        </p:blipFill>
        <p:spPr>
          <a:xfrm xmlns:a="http://schemas.openxmlformats.org/drawingml/2006/main">
            <a:off x="6381750" y="1381125"/>
            <a:ext cx="4572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71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7222D-119B-4A2C-94DC-F8548EA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Resistor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89405-9052-4DDA-9EDB-158C0C2E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81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0C1B8-E6DA-4370-A6D3-A236B35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572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Limits current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Protects the LED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Works either way round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F74F-D1C9-4905-B3AA-7BD648BBE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31974474d45b3"/>
          <a:stretch xmlns:a="http://schemas.openxmlformats.org/drawingml/2006/main"/>
        </p:blipFill>
        <p:spPr>
          <a:xfrm xmlns:a="http://schemas.openxmlformats.org/drawingml/2006/main">
            <a:off x="7548563" y="1333500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77BBA-1E94-46BF-85FD-71CE03F2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330 Ω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2BD7E-EC15-42FB-92A1-9E2D70DDA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d5f22051049fd"/>
          <a:stretch xmlns:a="http://schemas.openxmlformats.org/drawingml/2006/main"/>
        </p:blipFill>
        <p:spPr>
          <a:xfrm xmlns:a="http://schemas.openxmlformats.org/drawingml/2006/main">
            <a:off x="7532077" y="3905250"/>
            <a:ext cx="1890346" cy="204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46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3CCE9-483D-40BB-A649-ACA0F36A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LED &amp; push button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04EDF-6BED-4455-880E-A0AF3464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81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C4B04-2DE2-428E-979F-3153F7C0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93CE3-760B-4836-8C9C-0209D3FB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85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Current flows one way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Anode (+): long leg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Cathode (−): short leg / flat 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75D21-294A-4D5D-8F19-BDC36CCC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Push button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72D6-A210-40BD-8A9C-38CAA49F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Press to complete the circuit</a:t>
            </a:r>
          </a:p>
          <a:p xmlns:a="http://schemas.openxmlformats.org/drawingml/2006/main">
            <a:pPr marL="254000" indent="-152400">
              <a:spcAft>
                <a:spcPts val="1800"/>
              </a:spcAft>
              <a:buChar char="•"/>
              <a:defRPr sz="2250" b="0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t>Release to break the circuit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9138A-A7FF-4204-A09E-A65AA03B2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76fc55af04f16"/>
          <a:stretch xmlns:a="http://schemas.openxmlformats.org/drawingml/2006/main"/>
        </p:blipFill>
        <p:spPr>
          <a:xfrm xmlns:a="http://schemas.openxmlformats.org/drawingml/2006/main">
            <a:off x="8191500" y="1641872"/>
            <a:ext cx="1381125" cy="1726406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FB734-2B5C-4C1C-8E88-6812AEC62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536a6ea6e4708"/>
          <a:stretch xmlns:a="http://schemas.openxmlformats.org/drawingml/2006/main"/>
        </p:blipFill>
        <p:spPr>
          <a:xfrm xmlns:a="http://schemas.openxmlformats.org/drawingml/2006/main">
            <a:off x="8211048" y="4286250"/>
            <a:ext cx="134203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3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DD2CC-B56A-4957-81EE-7123A6D8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Circuit 1: Basic 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BEFA4-613B-4929-8331-D3996244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81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837A4-D4BB-4C92-AC03-530A03B9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Tinkercad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617A-0CF2-4D47-9833-2EB7CAC9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Physical build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B4EDB-31A5-4AE4-BA83-7EF5519AB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37636121f4bb4"/>
          <a:stretch xmlns:a="http://schemas.openxmlformats.org/drawingml/2006/main"/>
        </p:blipFill>
        <p:spPr>
          <a:xfrm xmlns:a="http://schemas.openxmlformats.org/drawingml/2006/main">
            <a:off x="514350" y="2045229"/>
            <a:ext cx="7334250" cy="343429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D9A89-9A51-41B1-BB61-42E60A2DE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e985937af4f74"/>
          <a:stretch xmlns:a="http://schemas.openxmlformats.org/drawingml/2006/main"/>
        </p:blipFill>
        <p:spPr>
          <a:xfrm xmlns:a="http://schemas.openxmlformats.org/drawingml/2006/main">
            <a:off x="8441531" y="2000250"/>
            <a:ext cx="2928938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02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7BCA1-30EC-4C01-83C6-8CE9DE43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Circuit 2: Push-button 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FA588-E5C6-458B-A25D-43C01399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81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81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528B4-CC30-48AC-94EC-89D7655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Tinkercad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A6141-3629-4E1F-B2BE-1D0F9C95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631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13B"/>
                </a:solidFill>
                <a:latin typeface="Arial"/>
                <a:ea typeface="Arial"/>
                <a:cs typeface="Arial"/>
              </a:rPr>
              <a:t>Physical build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BD7B1-AB8A-4452-A73E-C86731662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c29ddef5b4fde"/>
          <a:stretch xmlns:a="http://schemas.openxmlformats.org/drawingml/2006/main"/>
        </p:blipFill>
        <p:spPr>
          <a:xfrm xmlns:a="http://schemas.openxmlformats.org/drawingml/2006/main">
            <a:off x="694128" y="2000250"/>
            <a:ext cx="6974694" cy="3524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41E14-C44C-4035-866E-C21288474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c283347e7421b"/>
          <a:stretch xmlns:a="http://schemas.openxmlformats.org/drawingml/2006/main"/>
        </p:blipFill>
        <p:spPr>
          <a:xfrm xmlns:a="http://schemas.openxmlformats.org/drawingml/2006/main">
            <a:off x="8807648" y="2000250"/>
            <a:ext cx="2196703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67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2026-10-14T10:19:54.2480000Z</dcterms:created>
  <dcterms:modified xsi:type="dcterms:W3CDTF">2026-10-14T10:19:54.2480000Z</dcterms:modified>
</coreProperties>
</file>